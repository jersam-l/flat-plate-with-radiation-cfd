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297680"/>
            <a:ext cx="6309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Flat-Plate Boundary Layer CFD with Surface Radiation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Flat-Plate Boundary Layer CFD with Surface Radiation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al Navy">
  <a:themeElements>
    <a:clrScheme name="Thermal Navy">
      <a:dk1>
        <a:srgbClr val="0B1426"/>
      </a:dk1>
      <a:lt1>
        <a:srgbClr val="FFFFFF"/>
      </a:lt1>
      <a:dk2>
        <a:srgbClr val="16264A"/>
      </a:dk2>
      <a:lt2>
        <a:srgbClr val="EEF2F7"/>
      </a:lt2>
      <a:accent1>
        <a:srgbClr val="FF7A1A"/>
      </a:accent1>
      <a:accent2>
        <a:srgbClr val="23B5D3"/>
      </a:accent2>
      <a:accent3>
        <a:srgbClr val="FFC24B"/>
      </a:accent3>
      <a:accent4>
        <a:srgbClr val="7C8DB5"/>
      </a:accent4>
      <a:accent5>
        <a:srgbClr val="E5484D"/>
      </a:accent5>
      <a:accent6>
        <a:srgbClr val="3DD598"/>
      </a:accent6>
      <a:hlink>
        <a:srgbClr val="23B5D3"/>
      </a:hlink>
      <a:folHlink>
        <a:srgbClr val="7C8DB5"/>
      </a:folHlink>
    </a:clrScheme>
    <a:fontScheme name="Therma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Flat-Plate CFD with Surface Radiation - Pitch Template</dc:title>
  <dc:subject>PptxGenJS Presentation</dc:subject>
  <dc:creator>[Presenter name]</dc:creator>
  <cp:lastModifiedBy>[Presenter name]</cp:lastModifiedBy>
  <cp:revision>1</cp:revision>
  <dcterms:created xsi:type="dcterms:W3CDTF">2026-10-24T04:42:54Z</dcterms:created>
  <dcterms:modified xsi:type="dcterms:W3CDTF">2026-10-24T04:42:54Z</dcterms:modified>
</cp:coreProperties>
</file>